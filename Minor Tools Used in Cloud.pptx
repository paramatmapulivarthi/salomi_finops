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D7B4-AF1F-B768-F498-C189C165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Minor Tools Used in Cloud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05B45-658F-0046-5532-15D49BC4F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Overview of supporting tools in cloud computing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9685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2BA06-14DF-3935-39E2-D21BAEC3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DB32B-CA23-97AA-F197-4E121DD82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825500"/>
          </a:xfrm>
        </p:spPr>
        <p:txBody>
          <a:bodyPr>
            <a:normAutofit/>
          </a:bodyPr>
          <a:lstStyle/>
          <a:p>
            <a:r>
              <a:rPr lang="en-US" sz="2000" dirty="0"/>
              <a:t>Tools like CloudWatch, </a:t>
            </a:r>
            <a:r>
              <a:rPr lang="en-US" sz="2000" dirty="0" err="1"/>
              <a:t>Stackdriver</a:t>
            </a:r>
            <a:r>
              <a:rPr lang="en-US" sz="2000" dirty="0"/>
              <a:t>  help monitor performance and logs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16581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D4D22-1808-A08E-3F96-78F0F5833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45BF4-8BD8-DB7B-DF04-2C232E14B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 like Ansible, Chef, Puppet manage system configurations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41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3E48-CAEF-CFF7-0594-00226FA9C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174AD-F7D2-50ED-2EBA-D5699F78A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 like ELK Stack (Elasticsearch, Logstash, Kibana) for log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3438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0618-709C-D509-4F65-0590D065D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858DD-802F-2EEF-4436-95ACFBF5F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 like IAM, AWS Shield, Azure Security Center for protection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023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09A9-359F-DC4E-37C3-0946B1B0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 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E11C8-FDD8-E9E8-8984-3946503E6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 for load balancing, DNS management, and traffic routing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4622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2E8C-D5F9-4EC4-3730-720EDEA4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B828D-EE6C-87C3-6149-F2F3531B3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 like S3, Azure Blob for storing and managing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660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5B62-D217-CE57-1CE8-2CF4491D2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25280-E16F-FCDC-552B-782B65FA4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Minor tools support major cloud operations and improve efficiency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3505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35</TotalTime>
  <Words>102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Minor Tools Used in Cloud</vt:lpstr>
      <vt:lpstr>Monitoring Tools</vt:lpstr>
      <vt:lpstr>Configuration Management</vt:lpstr>
      <vt:lpstr>Logging Tools</vt:lpstr>
      <vt:lpstr>Security Tools</vt:lpstr>
      <vt:lpstr>Networking Tools</vt:lpstr>
      <vt:lpstr>Storage Tools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bhavani k</dc:creator>
  <cp:lastModifiedBy>bhavani k</cp:lastModifiedBy>
  <cp:revision>1</cp:revision>
  <dcterms:created xsi:type="dcterms:W3CDTF">2026-04-07T10:53:39Z</dcterms:created>
  <dcterms:modified xsi:type="dcterms:W3CDTF">2026-04-07T11:29:36Z</dcterms:modified>
</cp:coreProperties>
</file>