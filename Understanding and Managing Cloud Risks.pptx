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78" d="100"/>
          <a:sy n="78" d="100"/>
        </p:scale>
        <p:origin x="878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9" name="Rectangle 8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0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54955" y="2099733"/>
            <a:ext cx="8825658" cy="2677648"/>
          </a:xfrm>
        </p:spPr>
        <p:txBody>
          <a:bodyPr anchor="b"/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 bwMode="gray">
          <a:xfrm>
            <a:off x="1154955" y="4777380"/>
            <a:ext cx="8825658" cy="861420"/>
          </a:xfrm>
        </p:spPr>
        <p:txBody>
          <a:bodyPr anchor="t"/>
          <a:lstStyle>
            <a:lvl1pPr marL="0" indent="0" algn="l">
              <a:buNone/>
              <a:defRPr cap="all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 bwMode="gray">
          <a:xfrm rot="5400000">
            <a:off x="10158984" y="1792224"/>
            <a:ext cx="990599" cy="304799"/>
          </a:xfrm>
        </p:spPr>
        <p:txBody>
          <a:bodyPr anchor="t"/>
          <a:lstStyle>
            <a:lvl1pPr algn="l">
              <a:defRPr b="0" i="0">
                <a:solidFill>
                  <a:schemeClr val="bg1">
                    <a:alpha val="60000"/>
                  </a:schemeClr>
                </a:solidFill>
              </a:defRPr>
            </a:lvl1pPr>
          </a:lstStyle>
          <a:p>
            <a:fld id="{5923F103-BC34-4FE4-A40E-EDDEECFDA5D0}" type="datetimeFigureOut">
              <a:rPr lang="en-US" dirty="0"/>
              <a:pPr/>
              <a:t>4/7/2026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 bwMode="gray">
          <a:xfrm rot="5400000">
            <a:off x="8951976" y="3227832"/>
            <a:ext cx="3859795" cy="304801"/>
          </a:xfrm>
        </p:spPr>
        <p:txBody>
          <a:bodyPr/>
          <a:lstStyle>
            <a:lvl1pPr>
              <a:defRPr b="0" i="0">
                <a:solidFill>
                  <a:schemeClr val="bg1">
                    <a:alpha val="60000"/>
                  </a:schemeClr>
                </a:solidFill>
              </a:defRPr>
            </a:lvl1pPr>
          </a:lstStyle>
          <a:p>
            <a:r>
              <a:rPr lang="en-US" dirty="0"/>
              <a:t>
              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2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352540" y="295729"/>
            <a:ext cx="838199" cy="767687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154954" y="2603500"/>
            <a:ext cx="8825659" cy="34163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C9CA7B-DFD4-44B5-8C60-D14B8CD1FB59}" type="datetimeFigureOut">
              <a:rPr lang="en-US" dirty="0"/>
              <a:t>4/7/2026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4" name="Rectangle 13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Oval 20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0" name="Rectangle 9"/>
            <p:cNvSpPr/>
            <p:nvPr/>
          </p:nvSpPr>
          <p:spPr bwMode="gray">
            <a:xfrm>
              <a:off x="7289800" y="402165"/>
              <a:ext cx="4478865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Freeform 5"/>
            <p:cNvSpPr/>
            <p:nvPr/>
          </p:nvSpPr>
          <p:spPr bwMode="gray">
            <a:xfrm rot="16200000">
              <a:off x="3787244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2" name="Freeform 5"/>
            <p:cNvSpPr/>
            <p:nvPr/>
          </p:nvSpPr>
          <p:spPr bwMode="gray">
            <a:xfrm rot="15922489">
              <a:off x="4698352" y="1826078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5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2677645"/>
            <a:ext cx="4351025" cy="2283824"/>
          </a:xfrm>
        </p:spPr>
        <p:txBody>
          <a:bodyPr anchor="ctr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95559" y="2677644"/>
            <a:ext cx="3757545" cy="2283824"/>
          </a:xfrm>
        </p:spPr>
        <p:txBody>
          <a:bodyPr anchor="ctr"/>
          <a:lstStyle>
            <a:lvl1pPr marL="0" indent="0" algn="l">
              <a:buNone/>
              <a:defRPr sz="2000" cap="all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4E6425-0181-43F2-84FC-787E803FD2F8}" type="datetimeFigureOut">
              <a:rPr lang="en-US" dirty="0"/>
              <a:t>4/7/2026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54954" y="2603500"/>
            <a:ext cx="4825158" cy="3416301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08712" y="2603500"/>
            <a:ext cx="4825159" cy="3416300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DB8791-F1B0-41E7-B7FD-A781E65C4266}" type="datetimeFigureOut">
              <a:rPr lang="en-US" dirty="0"/>
              <a:t>4/7/2026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2603500"/>
            <a:ext cx="4825157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54954" y="3179762"/>
            <a:ext cx="4825158" cy="2840039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08712" y="2603500"/>
            <a:ext cx="4825159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08712" y="3179762"/>
            <a:ext cx="4825159" cy="2840039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DD63B2-E120-4ED8-B27B-C685F510A5FE}" type="datetimeFigureOut">
              <a:rPr lang="en-US" dirty="0"/>
              <a:t>4/7/2026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/>
          <p:cNvSpPr>
            <a:spLocks noGrp="1"/>
          </p:cNvSpPr>
          <p:nvPr>
            <p:ph type="title"/>
          </p:nvPr>
        </p:nvSpPr>
        <p:spPr>
          <a:xfrm>
            <a:off x="1154954" y="973668"/>
            <a:ext cx="8761413" cy="706964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A18ACC-A947-437B-A130-35BD54FDF1E9}" type="datetimeFigureOut">
              <a:rPr lang="en-US" dirty="0"/>
              <a:t>4/7/2026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8D7E02-BCB8-4D50-A234-369438C08659}" type="datetimeFigureOut">
              <a:rPr lang="en-US" dirty="0"/>
              <a:t>4/7/2026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7" name="Rectangle 6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4" name="Rectangle 13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Oval 20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Oval 21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Rectangle 10"/>
            <p:cNvSpPr/>
            <p:nvPr/>
          </p:nvSpPr>
          <p:spPr bwMode="gray">
            <a:xfrm>
              <a:off x="5713412" y="402165"/>
              <a:ext cx="6055253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Freeform 5"/>
            <p:cNvSpPr/>
            <p:nvPr/>
          </p:nvSpPr>
          <p:spPr bwMode="gray">
            <a:xfrm rot="15922489">
              <a:off x="3140485" y="1826078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2" name="Freeform 5"/>
            <p:cNvSpPr/>
            <p:nvPr/>
          </p:nvSpPr>
          <p:spPr bwMode="gray">
            <a:xfrm rot="16200000">
              <a:off x="2229377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5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5" y="1295400"/>
            <a:ext cx="2793158" cy="1600200"/>
          </a:xfrm>
        </p:spPr>
        <p:txBody>
          <a:bodyPr anchor="b"/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781146" y="1447800"/>
            <a:ext cx="5190066" cy="4572000"/>
          </a:xfrm>
        </p:spPr>
        <p:txBody>
          <a:bodyPr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 bwMode="gray">
          <a:xfrm>
            <a:off x="1154954" y="3129280"/>
            <a:ext cx="2793158" cy="2895599"/>
          </a:xfrm>
        </p:spPr>
        <p:txBody>
          <a:bodyPr/>
          <a:lstStyle>
            <a:lvl1pPr marL="0" indent="0">
              <a:buNone/>
              <a:defRPr sz="140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E86A4C-8E40-4F87-A4F0-01A0687C5742}" type="datetimeFigureOut">
              <a:rPr lang="en-US" dirty="0"/>
              <a:t>4/7/2026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4" name="Rectangle 13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Oval 20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Rectangle 10"/>
            <p:cNvSpPr/>
            <p:nvPr/>
          </p:nvSpPr>
          <p:spPr bwMode="gray">
            <a:xfrm>
              <a:off x="6172200" y="402165"/>
              <a:ext cx="5596465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Freeform 5"/>
            <p:cNvSpPr/>
            <p:nvPr/>
          </p:nvSpPr>
          <p:spPr bwMode="gray">
            <a:xfrm rot="15922489">
              <a:off x="4203594" y="1826078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2" name="Freeform 5"/>
            <p:cNvSpPr/>
            <p:nvPr/>
          </p:nvSpPr>
          <p:spPr bwMode="gray">
            <a:xfrm rot="16200000">
              <a:off x="3295432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5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5" y="1693333"/>
            <a:ext cx="3865134" cy="1735667"/>
          </a:xfrm>
        </p:spPr>
        <p:txBody>
          <a:bodyPr anchor="b">
            <a:normAutofit/>
          </a:bodyPr>
          <a:lstStyle>
            <a:lvl1pPr algn="l">
              <a:defRPr sz="36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547870" y="1143000"/>
            <a:ext cx="3227193" cy="4572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marL="0" lvl="0" indent="0" algn="ctr">
              <a:buNone/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 bwMode="gray">
          <a:xfrm>
            <a:off x="1154954" y="3657600"/>
            <a:ext cx="3859212" cy="1371600"/>
          </a:xfrm>
        </p:spPr>
        <p:txBody>
          <a:bodyPr>
            <a:normAutofit/>
          </a:bodyPr>
          <a:lstStyle>
            <a:lvl1pPr marL="0" indent="0">
              <a:buNone/>
              <a:defRPr sz="140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E72C73-2D91-4E12-BA25-F0AA0C03599B}" type="datetimeFigureOut">
              <a:rPr lang="en-US" dirty="0"/>
              <a:t>4/7/2026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3" name="Rectangle 12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Oval 20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Freeform 5"/>
            <p:cNvSpPr/>
            <p:nvPr/>
          </p:nvSpPr>
          <p:spPr bwMode="gray">
            <a:xfrm rot="10371525">
              <a:off x="263767" y="4438254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1" name="Freeform 5"/>
            <p:cNvSpPr/>
            <p:nvPr/>
          </p:nvSpPr>
          <p:spPr bwMode="gray">
            <a:xfrm rot="10800000">
              <a:off x="459506" y="321130"/>
              <a:ext cx="11277600" cy="4533900"/>
            </a:xfrm>
            <a:custGeom>
              <a:avLst/>
              <a:gdLst/>
              <a:ahLst/>
              <a:cxnLst/>
              <a:rect l="0" t="0" r="r" b="b"/>
              <a:pathLst>
                <a:path w="7104" h="2856">
                  <a:moveTo>
                    <a:pt x="0" y="0"/>
                  </a:moveTo>
                  <a:lnTo>
                    <a:pt x="0" y="2856"/>
                  </a:lnTo>
                  <a:lnTo>
                    <a:pt x="7104" y="2856"/>
                  </a:lnTo>
                  <a:lnTo>
                    <a:pt x="7104" y="1"/>
                  </a:lnTo>
                  <a:lnTo>
                    <a:pt x="7104" y="1"/>
                  </a:lnTo>
                  <a:lnTo>
                    <a:pt x="6943" y="26"/>
                  </a:lnTo>
                  <a:lnTo>
                    <a:pt x="6782" y="50"/>
                  </a:lnTo>
                  <a:lnTo>
                    <a:pt x="6621" y="73"/>
                  </a:lnTo>
                  <a:lnTo>
                    <a:pt x="6459" y="93"/>
                  </a:lnTo>
                  <a:lnTo>
                    <a:pt x="6298" y="113"/>
                  </a:lnTo>
                  <a:lnTo>
                    <a:pt x="6136" y="132"/>
                  </a:lnTo>
                  <a:lnTo>
                    <a:pt x="5976" y="148"/>
                  </a:lnTo>
                  <a:lnTo>
                    <a:pt x="5814" y="163"/>
                  </a:lnTo>
                  <a:lnTo>
                    <a:pt x="5653" y="177"/>
                  </a:lnTo>
                  <a:lnTo>
                    <a:pt x="5494" y="189"/>
                  </a:lnTo>
                  <a:lnTo>
                    <a:pt x="5334" y="201"/>
                  </a:lnTo>
                  <a:lnTo>
                    <a:pt x="5175" y="211"/>
                  </a:lnTo>
                  <a:lnTo>
                    <a:pt x="5017" y="219"/>
                  </a:lnTo>
                  <a:lnTo>
                    <a:pt x="4859" y="227"/>
                  </a:lnTo>
                  <a:lnTo>
                    <a:pt x="4703" y="234"/>
                  </a:lnTo>
                  <a:lnTo>
                    <a:pt x="4548" y="239"/>
                  </a:lnTo>
                  <a:lnTo>
                    <a:pt x="4393" y="243"/>
                  </a:lnTo>
                  <a:lnTo>
                    <a:pt x="4240" y="247"/>
                  </a:lnTo>
                  <a:lnTo>
                    <a:pt x="4088" y="249"/>
                  </a:lnTo>
                  <a:lnTo>
                    <a:pt x="3937" y="251"/>
                  </a:lnTo>
                  <a:lnTo>
                    <a:pt x="3788" y="252"/>
                  </a:lnTo>
                  <a:lnTo>
                    <a:pt x="3640" y="251"/>
                  </a:lnTo>
                  <a:lnTo>
                    <a:pt x="3494" y="251"/>
                  </a:lnTo>
                  <a:lnTo>
                    <a:pt x="3349" y="249"/>
                  </a:lnTo>
                  <a:lnTo>
                    <a:pt x="3207" y="246"/>
                  </a:lnTo>
                  <a:lnTo>
                    <a:pt x="3066" y="243"/>
                  </a:lnTo>
                  <a:lnTo>
                    <a:pt x="2928" y="240"/>
                  </a:lnTo>
                  <a:lnTo>
                    <a:pt x="2791" y="235"/>
                  </a:lnTo>
                  <a:lnTo>
                    <a:pt x="2656" y="230"/>
                  </a:lnTo>
                  <a:lnTo>
                    <a:pt x="2524" y="225"/>
                  </a:lnTo>
                  <a:lnTo>
                    <a:pt x="2266" y="212"/>
                  </a:lnTo>
                  <a:lnTo>
                    <a:pt x="2019" y="198"/>
                  </a:lnTo>
                  <a:lnTo>
                    <a:pt x="1782" y="183"/>
                  </a:lnTo>
                  <a:lnTo>
                    <a:pt x="1557" y="167"/>
                  </a:lnTo>
                  <a:lnTo>
                    <a:pt x="1343" y="150"/>
                  </a:lnTo>
                  <a:lnTo>
                    <a:pt x="1144" y="132"/>
                  </a:lnTo>
                  <a:lnTo>
                    <a:pt x="957" y="114"/>
                  </a:lnTo>
                  <a:lnTo>
                    <a:pt x="785" y="96"/>
                  </a:lnTo>
                  <a:lnTo>
                    <a:pt x="627" y="79"/>
                  </a:lnTo>
                  <a:lnTo>
                    <a:pt x="487" y="63"/>
                  </a:lnTo>
                  <a:lnTo>
                    <a:pt x="361" y="48"/>
                  </a:lnTo>
                  <a:lnTo>
                    <a:pt x="254" y="35"/>
                  </a:lnTo>
                  <a:lnTo>
                    <a:pt x="165" y="23"/>
                  </a:lnTo>
                  <a:lnTo>
                    <a:pt x="42" y="6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5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4969927"/>
            <a:ext cx="8825659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54954" y="685800"/>
            <a:ext cx="8825659" cy="3429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5536665"/>
            <a:ext cx="8825658" cy="493712"/>
          </a:xfrm>
        </p:spPr>
        <p:txBody>
          <a:bodyPr>
            <a:normAutofit/>
          </a:bodyPr>
          <a:lstStyle>
            <a:lvl1pPr marL="0" indent="0">
              <a:buNone/>
              <a:defRPr sz="120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3A1CC3-2375-41D4-9E03-427CAF2A4C1A}" type="datetimeFigureOut">
              <a:rPr lang="en-US" dirty="0"/>
              <a:t>4/7/2026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1" name="Rectangle 10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Oval 13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Freeform 5"/>
            <p:cNvSpPr/>
            <p:nvPr/>
          </p:nvSpPr>
          <p:spPr bwMode="gray">
            <a:xfrm rot="21010068">
              <a:off x="8490951" y="2714874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7" name="Freeform 5"/>
            <p:cNvSpPr/>
            <p:nvPr/>
          </p:nvSpPr>
          <p:spPr bwMode="gray">
            <a:xfrm>
              <a:off x="455612" y="2801319"/>
              <a:ext cx="11277600" cy="3602637"/>
            </a:xfrm>
            <a:custGeom>
              <a:avLst/>
              <a:gdLst/>
              <a:ahLst/>
              <a:cxnLst/>
              <a:rect l="l" t="t" r="r" b="b"/>
              <a:pathLst>
                <a:path w="10000" h="7946">
                  <a:moveTo>
                    <a:pt x="0" y="0"/>
                  </a:moveTo>
                  <a:lnTo>
                    <a:pt x="0" y="7945"/>
                  </a:lnTo>
                  <a:lnTo>
                    <a:pt x="10000" y="7946"/>
                  </a:lnTo>
                  <a:lnTo>
                    <a:pt x="10000" y="4"/>
                  </a:lnTo>
                  <a:lnTo>
                    <a:pt x="10000" y="4"/>
                  </a:lnTo>
                  <a:lnTo>
                    <a:pt x="9773" y="91"/>
                  </a:lnTo>
                  <a:lnTo>
                    <a:pt x="9547" y="175"/>
                  </a:lnTo>
                  <a:lnTo>
                    <a:pt x="9320" y="256"/>
                  </a:lnTo>
                  <a:lnTo>
                    <a:pt x="9092" y="326"/>
                  </a:lnTo>
                  <a:lnTo>
                    <a:pt x="8865" y="396"/>
                  </a:lnTo>
                  <a:lnTo>
                    <a:pt x="8637" y="462"/>
                  </a:lnTo>
                  <a:lnTo>
                    <a:pt x="8412" y="518"/>
                  </a:lnTo>
                  <a:lnTo>
                    <a:pt x="8184" y="571"/>
                  </a:lnTo>
                  <a:lnTo>
                    <a:pt x="7957" y="620"/>
                  </a:lnTo>
                  <a:lnTo>
                    <a:pt x="7734" y="662"/>
                  </a:lnTo>
                  <a:lnTo>
                    <a:pt x="7508" y="704"/>
                  </a:lnTo>
                  <a:lnTo>
                    <a:pt x="7285" y="739"/>
                  </a:lnTo>
                  <a:lnTo>
                    <a:pt x="7062" y="767"/>
                  </a:lnTo>
                  <a:lnTo>
                    <a:pt x="6840" y="795"/>
                  </a:lnTo>
                  <a:lnTo>
                    <a:pt x="6620" y="819"/>
                  </a:lnTo>
                  <a:lnTo>
                    <a:pt x="6402" y="837"/>
                  </a:lnTo>
                  <a:lnTo>
                    <a:pt x="6184" y="851"/>
                  </a:lnTo>
                  <a:lnTo>
                    <a:pt x="5968" y="865"/>
                  </a:lnTo>
                  <a:lnTo>
                    <a:pt x="5755" y="872"/>
                  </a:lnTo>
                  <a:lnTo>
                    <a:pt x="5542" y="879"/>
                  </a:lnTo>
                  <a:lnTo>
                    <a:pt x="5332" y="882"/>
                  </a:lnTo>
                  <a:lnTo>
                    <a:pt x="5124" y="879"/>
                  </a:lnTo>
                  <a:lnTo>
                    <a:pt x="4918" y="879"/>
                  </a:lnTo>
                  <a:lnTo>
                    <a:pt x="4714" y="872"/>
                  </a:lnTo>
                  <a:lnTo>
                    <a:pt x="4514" y="861"/>
                  </a:lnTo>
                  <a:lnTo>
                    <a:pt x="4316" y="851"/>
                  </a:lnTo>
                  <a:lnTo>
                    <a:pt x="4122" y="840"/>
                  </a:lnTo>
                  <a:lnTo>
                    <a:pt x="3929" y="823"/>
                  </a:lnTo>
                  <a:lnTo>
                    <a:pt x="3739" y="805"/>
                  </a:lnTo>
                  <a:lnTo>
                    <a:pt x="3553" y="788"/>
                  </a:lnTo>
                  <a:lnTo>
                    <a:pt x="3190" y="742"/>
                  </a:lnTo>
                  <a:lnTo>
                    <a:pt x="2842" y="693"/>
                  </a:lnTo>
                  <a:lnTo>
                    <a:pt x="2508" y="641"/>
                  </a:lnTo>
                  <a:lnTo>
                    <a:pt x="2192" y="585"/>
                  </a:lnTo>
                  <a:lnTo>
                    <a:pt x="1890" y="525"/>
                  </a:lnTo>
                  <a:lnTo>
                    <a:pt x="1610" y="462"/>
                  </a:lnTo>
                  <a:lnTo>
                    <a:pt x="1347" y="399"/>
                  </a:lnTo>
                  <a:lnTo>
                    <a:pt x="1105" y="336"/>
                  </a:lnTo>
                  <a:lnTo>
                    <a:pt x="883" y="277"/>
                  </a:lnTo>
                  <a:lnTo>
                    <a:pt x="686" y="221"/>
                  </a:lnTo>
                  <a:lnTo>
                    <a:pt x="508" y="168"/>
                  </a:lnTo>
                  <a:lnTo>
                    <a:pt x="358" y="123"/>
                  </a:lnTo>
                  <a:lnTo>
                    <a:pt x="232" y="81"/>
                  </a:lnTo>
                  <a:lnTo>
                    <a:pt x="59" y="21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2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8798" y="1063417"/>
            <a:ext cx="8831816" cy="1372986"/>
          </a:xfrm>
        </p:spPr>
        <p:txBody>
          <a:bodyPr/>
          <a:lstStyle>
            <a:lvl1pPr>
              <a:defRPr sz="4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543300"/>
            <a:ext cx="8825659" cy="24765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F16868-8199-4C2C-A5B1-63AEE139F88E}" type="datetimeFigureOut">
              <a:rPr lang="en-US" dirty="0"/>
              <a:t>4/7/2026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7" name="Rectangle 16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Oval 21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Oval 22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Oval 23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Oval 24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Freeform 5"/>
            <p:cNvSpPr/>
            <p:nvPr/>
          </p:nvSpPr>
          <p:spPr bwMode="gray">
            <a:xfrm rot="21010068">
              <a:off x="8490951" y="4185117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2" name="Freeform 5"/>
            <p:cNvSpPr/>
            <p:nvPr/>
          </p:nvSpPr>
          <p:spPr bwMode="gray">
            <a:xfrm>
              <a:off x="455612" y="4241801"/>
              <a:ext cx="11277600" cy="2337161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8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16" name="TextBox 15"/>
          <p:cNvSpPr txBox="1"/>
          <p:nvPr/>
        </p:nvSpPr>
        <p:spPr bwMode="gray">
          <a:xfrm>
            <a:off x="881566" y="607336"/>
            <a:ext cx="801912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9600" b="0" i="0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  <a:cs typeface="Arial"/>
              </a:rPr>
              <a:t>“</a:t>
            </a:r>
          </a:p>
        </p:txBody>
      </p:sp>
      <p:sp>
        <p:nvSpPr>
          <p:cNvPr id="13" name="TextBox 12"/>
          <p:cNvSpPr txBox="1"/>
          <p:nvPr/>
        </p:nvSpPr>
        <p:spPr bwMode="gray">
          <a:xfrm>
            <a:off x="9884458" y="2613787"/>
            <a:ext cx="652763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9600" b="0" i="0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  <a:cs typeface="Arial"/>
              </a:rPr>
              <a:t>”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81878" y="982134"/>
            <a:ext cx="8453906" cy="2696632"/>
          </a:xfrm>
        </p:spPr>
        <p:txBody>
          <a:bodyPr/>
          <a:lstStyle>
            <a:lvl1pPr>
              <a:defRPr sz="4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4" name="Text Placeholder 3"/>
          <p:cNvSpPr>
            <a:spLocks noGrp="1"/>
          </p:cNvSpPr>
          <p:nvPr>
            <p:ph type="body" sz="half" idx="13"/>
          </p:nvPr>
        </p:nvSpPr>
        <p:spPr bwMode="gray">
          <a:xfrm>
            <a:off x="1945945" y="3678766"/>
            <a:ext cx="7731219" cy="342174"/>
          </a:xfrm>
        </p:spPr>
        <p:txBody>
          <a:bodyPr anchor="t">
            <a:normAutofit/>
          </a:bodyPr>
          <a:lstStyle>
            <a:lvl1pPr marL="0" indent="0">
              <a:buNone/>
              <a:defRPr lang="en-US" sz="1400" b="0" i="0" kern="1200" cap="small" dirty="0">
                <a:solidFill>
                  <a:schemeClr val="accent1">
                    <a:lumMod val="60000"/>
                    <a:lumOff val="40000"/>
                  </a:schemeClr>
                </a:solidFill>
                <a:latin typeface="+mn-lt"/>
                <a:ea typeface="+mn-ea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5029199"/>
            <a:ext cx="9244897" cy="997857"/>
          </a:xfrm>
        </p:spPr>
        <p:txBody>
          <a:bodyPr anchor="ctr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D9FF7F-6988-44CC-821B-644E70CD2F73}" type="datetimeFigureOut">
              <a:rPr lang="en-US" dirty="0"/>
              <a:t>4/7/2026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19" name="Rectangle 18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1" name="Rectangle 10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Freeform 5"/>
            <p:cNvSpPr/>
            <p:nvPr/>
          </p:nvSpPr>
          <p:spPr bwMode="gray">
            <a:xfrm rot="21010068">
              <a:off x="8490951" y="4193583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8" name="Freeform 5"/>
            <p:cNvSpPr/>
            <p:nvPr/>
          </p:nvSpPr>
          <p:spPr bwMode="gray">
            <a:xfrm>
              <a:off x="455612" y="4241801"/>
              <a:ext cx="11277600" cy="2337161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2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2370667"/>
            <a:ext cx="8825660" cy="1822514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5024967"/>
            <a:ext cx="8825659" cy="860400"/>
          </a:xfrm>
        </p:spPr>
        <p:txBody>
          <a:bodyPr anchor="t"/>
          <a:lstStyle>
            <a:lvl1pPr marL="0" indent="0" algn="l">
              <a:buNone/>
              <a:defRPr sz="2000" cap="none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12C299-16B2-4475-990D-751901EACC14}" type="datetimeFigureOut">
              <a:rPr lang="en-US" dirty="0"/>
              <a:t>4/7/2026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973668"/>
            <a:ext cx="8825659" cy="706964"/>
          </a:xfrm>
        </p:spPr>
        <p:txBody>
          <a:bodyPr/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2603502"/>
            <a:ext cx="314187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3"/>
          <p:cNvSpPr>
            <a:spLocks noGrp="1"/>
          </p:cNvSpPr>
          <p:nvPr>
            <p:ph type="body" sz="half" idx="15"/>
          </p:nvPr>
        </p:nvSpPr>
        <p:spPr>
          <a:xfrm>
            <a:off x="1154953" y="3179764"/>
            <a:ext cx="3141879" cy="284729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512721" y="2603500"/>
            <a:ext cx="3147009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Text Placeholder 3"/>
          <p:cNvSpPr>
            <a:spLocks noGrp="1"/>
          </p:cNvSpPr>
          <p:nvPr>
            <p:ph type="body" sz="half" idx="16"/>
          </p:nvPr>
        </p:nvSpPr>
        <p:spPr>
          <a:xfrm>
            <a:off x="4512721" y="3179763"/>
            <a:ext cx="3147009" cy="284729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888135" y="2603501"/>
            <a:ext cx="314573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ext Placeholder 3"/>
          <p:cNvSpPr>
            <a:spLocks noGrp="1"/>
          </p:cNvSpPr>
          <p:nvPr>
            <p:ph type="body" sz="half" idx="17"/>
          </p:nvPr>
        </p:nvSpPr>
        <p:spPr>
          <a:xfrm>
            <a:off x="7888329" y="3179762"/>
            <a:ext cx="3145536" cy="284729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17" name="Straight Connector 16"/>
          <p:cNvCxnSpPr/>
          <p:nvPr/>
        </p:nvCxnSpPr>
        <p:spPr>
          <a:xfrm>
            <a:off x="4403971" y="2569633"/>
            <a:ext cx="0" cy="3492499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7772401" y="2569633"/>
            <a:ext cx="0" cy="3492499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E86839-B9D8-4651-8783-F325ECE74E65}" type="datetimeFigureOut">
              <a:rPr lang="en-US" dirty="0"/>
              <a:t>4/7/2026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973668"/>
            <a:ext cx="8825659" cy="706964"/>
          </a:xfrm>
        </p:spPr>
        <p:txBody>
          <a:bodyPr/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4532844"/>
            <a:ext cx="305043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1334553" y="2603500"/>
            <a:ext cx="2691242" cy="159151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2" name="Text Placeholder 3"/>
          <p:cNvSpPr>
            <a:spLocks noGrp="1"/>
          </p:cNvSpPr>
          <p:nvPr>
            <p:ph type="body" sz="half" idx="18"/>
          </p:nvPr>
        </p:nvSpPr>
        <p:spPr>
          <a:xfrm>
            <a:off x="1154954" y="5109106"/>
            <a:ext cx="3050438" cy="91795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568865" y="4532844"/>
            <a:ext cx="3050438" cy="576263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1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748462" y="2603500"/>
            <a:ext cx="2691243" cy="159151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3" name="Text Placeholder 3"/>
          <p:cNvSpPr>
            <a:spLocks noGrp="1"/>
          </p:cNvSpPr>
          <p:nvPr>
            <p:ph type="body" sz="half" idx="19"/>
          </p:nvPr>
        </p:nvSpPr>
        <p:spPr>
          <a:xfrm>
            <a:off x="4570172" y="5109105"/>
            <a:ext cx="3050438" cy="91795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82775" y="4532845"/>
            <a:ext cx="305109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2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8163031" y="2603500"/>
            <a:ext cx="2691242" cy="159151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20"/>
          </p:nvPr>
        </p:nvSpPr>
        <p:spPr>
          <a:xfrm>
            <a:off x="7982775" y="5109104"/>
            <a:ext cx="3051096" cy="91795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43" name="Straight Connector 42"/>
          <p:cNvCxnSpPr/>
          <p:nvPr/>
        </p:nvCxnSpPr>
        <p:spPr>
          <a:xfrm>
            <a:off x="4405831" y="2569633"/>
            <a:ext cx="0" cy="3492499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Straight Connector 43"/>
          <p:cNvCxnSpPr/>
          <p:nvPr/>
        </p:nvCxnSpPr>
        <p:spPr>
          <a:xfrm>
            <a:off x="7797802" y="2569633"/>
            <a:ext cx="0" cy="3492499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484F64-32F6-45C5-931F-ADC1662401D0}" type="datetimeFigureOut">
              <a:rPr lang="en-US" dirty="0"/>
              <a:t>4/7/2026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561111" y="6391838"/>
            <a:ext cx="3644282" cy="304801"/>
          </a:xfrm>
        </p:spPr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973668"/>
            <a:ext cx="8825659" cy="706964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54954" y="2603500"/>
            <a:ext cx="8825659" cy="3416300"/>
          </a:xfrm>
        </p:spPr>
        <p:txBody>
          <a:bodyPr vert="eaVert" anchor="t" anchorCtr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10695439" y="6391838"/>
            <a:ext cx="990599" cy="304799"/>
          </a:xfrm>
        </p:spPr>
        <p:txBody>
          <a:bodyPr/>
          <a:lstStyle/>
          <a:p>
            <a:fld id="{53086D93-FCAC-47E0-A2EE-787E62CA814C}" type="datetimeFigureOut">
              <a:rPr lang="en-US" dirty="0"/>
              <a:t>4/7/2026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2" name="Rectangle 11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7" name="Rectangle 6"/>
            <p:cNvSpPr/>
            <p:nvPr/>
          </p:nvSpPr>
          <p:spPr bwMode="gray">
            <a:xfrm>
              <a:off x="414867" y="402165"/>
              <a:ext cx="6510866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Freeform 5"/>
            <p:cNvSpPr/>
            <p:nvPr/>
          </p:nvSpPr>
          <p:spPr bwMode="gray">
            <a:xfrm rot="5101749">
              <a:off x="6294738" y="4577737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0" name="Freeform 5"/>
            <p:cNvSpPr/>
            <p:nvPr/>
          </p:nvSpPr>
          <p:spPr bwMode="gray">
            <a:xfrm rot="5400000">
              <a:off x="4449232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3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585235" y="1278467"/>
            <a:ext cx="1409965" cy="4748590"/>
          </a:xfrm>
        </p:spPr>
        <p:txBody>
          <a:bodyPr vert="eaVert" anchor="b" anchorCtr="0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54954" y="1278467"/>
            <a:ext cx="6256025" cy="474859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10653104" y="6391838"/>
            <a:ext cx="992135" cy="304799"/>
          </a:xfrm>
        </p:spPr>
        <p:txBody>
          <a:bodyPr/>
          <a:lstStyle/>
          <a:p>
            <a:fld id="{CDA879A6-0FD0-4734-A311-86BFCA472E6E}" type="datetimeFigureOut">
              <a:rPr lang="en-US" dirty="0"/>
              <a:t>4/7/2026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1.jpe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7" name="Rectangle 6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19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Oval 12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Freeform 5"/>
            <p:cNvSpPr/>
            <p:nvPr/>
          </p:nvSpPr>
          <p:spPr bwMode="gray">
            <a:xfrm rot="21010068">
              <a:off x="8490951" y="1797517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9" name="Freeform 5"/>
            <p:cNvSpPr/>
            <p:nvPr/>
          </p:nvSpPr>
          <p:spPr bwMode="gray">
            <a:xfrm>
              <a:off x="459506" y="1866405"/>
              <a:ext cx="11277600" cy="4533900"/>
            </a:xfrm>
            <a:custGeom>
              <a:avLst/>
              <a:gdLst/>
              <a:ahLst/>
              <a:cxnLst/>
              <a:rect l="0" t="0" r="r" b="b"/>
              <a:pathLst>
                <a:path w="7104" h="2856">
                  <a:moveTo>
                    <a:pt x="0" y="0"/>
                  </a:moveTo>
                  <a:lnTo>
                    <a:pt x="0" y="2856"/>
                  </a:lnTo>
                  <a:lnTo>
                    <a:pt x="7104" y="2856"/>
                  </a:lnTo>
                  <a:lnTo>
                    <a:pt x="7104" y="1"/>
                  </a:lnTo>
                  <a:lnTo>
                    <a:pt x="7104" y="1"/>
                  </a:lnTo>
                  <a:lnTo>
                    <a:pt x="6943" y="26"/>
                  </a:lnTo>
                  <a:lnTo>
                    <a:pt x="6782" y="50"/>
                  </a:lnTo>
                  <a:lnTo>
                    <a:pt x="6621" y="73"/>
                  </a:lnTo>
                  <a:lnTo>
                    <a:pt x="6459" y="93"/>
                  </a:lnTo>
                  <a:lnTo>
                    <a:pt x="6298" y="113"/>
                  </a:lnTo>
                  <a:lnTo>
                    <a:pt x="6136" y="132"/>
                  </a:lnTo>
                  <a:lnTo>
                    <a:pt x="5976" y="148"/>
                  </a:lnTo>
                  <a:lnTo>
                    <a:pt x="5814" y="163"/>
                  </a:lnTo>
                  <a:lnTo>
                    <a:pt x="5653" y="177"/>
                  </a:lnTo>
                  <a:lnTo>
                    <a:pt x="5494" y="189"/>
                  </a:lnTo>
                  <a:lnTo>
                    <a:pt x="5334" y="201"/>
                  </a:lnTo>
                  <a:lnTo>
                    <a:pt x="5175" y="211"/>
                  </a:lnTo>
                  <a:lnTo>
                    <a:pt x="5017" y="219"/>
                  </a:lnTo>
                  <a:lnTo>
                    <a:pt x="4859" y="227"/>
                  </a:lnTo>
                  <a:lnTo>
                    <a:pt x="4703" y="234"/>
                  </a:lnTo>
                  <a:lnTo>
                    <a:pt x="4548" y="239"/>
                  </a:lnTo>
                  <a:lnTo>
                    <a:pt x="4393" y="243"/>
                  </a:lnTo>
                  <a:lnTo>
                    <a:pt x="4240" y="247"/>
                  </a:lnTo>
                  <a:lnTo>
                    <a:pt x="4088" y="249"/>
                  </a:lnTo>
                  <a:lnTo>
                    <a:pt x="3937" y="251"/>
                  </a:lnTo>
                  <a:lnTo>
                    <a:pt x="3788" y="252"/>
                  </a:lnTo>
                  <a:lnTo>
                    <a:pt x="3640" y="251"/>
                  </a:lnTo>
                  <a:lnTo>
                    <a:pt x="3494" y="251"/>
                  </a:lnTo>
                  <a:lnTo>
                    <a:pt x="3349" y="249"/>
                  </a:lnTo>
                  <a:lnTo>
                    <a:pt x="3207" y="246"/>
                  </a:lnTo>
                  <a:lnTo>
                    <a:pt x="3066" y="243"/>
                  </a:lnTo>
                  <a:lnTo>
                    <a:pt x="2928" y="240"/>
                  </a:lnTo>
                  <a:lnTo>
                    <a:pt x="2791" y="235"/>
                  </a:lnTo>
                  <a:lnTo>
                    <a:pt x="2656" y="230"/>
                  </a:lnTo>
                  <a:lnTo>
                    <a:pt x="2524" y="225"/>
                  </a:lnTo>
                  <a:lnTo>
                    <a:pt x="2266" y="212"/>
                  </a:lnTo>
                  <a:lnTo>
                    <a:pt x="2019" y="198"/>
                  </a:lnTo>
                  <a:lnTo>
                    <a:pt x="1782" y="183"/>
                  </a:lnTo>
                  <a:lnTo>
                    <a:pt x="1557" y="167"/>
                  </a:lnTo>
                  <a:lnTo>
                    <a:pt x="1343" y="150"/>
                  </a:lnTo>
                  <a:lnTo>
                    <a:pt x="1144" y="132"/>
                  </a:lnTo>
                  <a:lnTo>
                    <a:pt x="957" y="114"/>
                  </a:lnTo>
                  <a:lnTo>
                    <a:pt x="785" y="96"/>
                  </a:lnTo>
                  <a:lnTo>
                    <a:pt x="627" y="79"/>
                  </a:lnTo>
                  <a:lnTo>
                    <a:pt x="487" y="63"/>
                  </a:lnTo>
                  <a:lnTo>
                    <a:pt x="361" y="48"/>
                  </a:lnTo>
                  <a:lnTo>
                    <a:pt x="254" y="35"/>
                  </a:lnTo>
                  <a:lnTo>
                    <a:pt x="165" y="23"/>
                  </a:lnTo>
                  <a:lnTo>
                    <a:pt x="42" y="6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4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 bwMode="gray">
          <a:xfrm>
            <a:off x="1154954" y="973668"/>
            <a:ext cx="8761413" cy="706964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2603500"/>
            <a:ext cx="8761413" cy="34163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653104" y="6391838"/>
            <a:ext cx="990599" cy="30479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1" i="0">
                <a:solidFill>
                  <a:schemeClr val="accent1"/>
                </a:solidFill>
              </a:defRPr>
            </a:lvl1pPr>
          </a:lstStyle>
          <a:p>
            <a:fld id="{2BE451C3-0FF4-47C4-B829-773ADF60F88C}" type="datetimeFigureOut">
              <a:rPr lang="en-US" dirty="0"/>
              <a:t>4/7/2026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561110" y="6391838"/>
            <a:ext cx="3859795" cy="3048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 b="1" i="0">
                <a:solidFill>
                  <a:schemeClr val="accent1"/>
                </a:solidFill>
              </a:defRPr>
            </a:lvl1pPr>
          </a:lstStyle>
          <a:p>
            <a:r>
              <a:rPr lang="en-US" dirty="0"/>
              <a:t>
              </a:t>
            </a:r>
          </a:p>
        </p:txBody>
      </p:sp>
      <p:sp>
        <p:nvSpPr>
          <p:cNvPr id="21" name="Rectangle 20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10352540" y="295729"/>
            <a:ext cx="838199" cy="7676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2800" b="0" i="0">
                <a:solidFill>
                  <a:schemeClr val="bg1"/>
                </a:solidFill>
              </a:defRPr>
            </a:lvl1pPr>
          </a:lstStyle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73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68" r:id="rId9"/>
    <p:sldLayoutId id="2147483667" r:id="rId10"/>
    <p:sldLayoutId id="2147483661" r:id="rId11"/>
    <p:sldLayoutId id="2147483672" r:id="rId12"/>
    <p:sldLayoutId id="2147483662" r:id="rId13"/>
    <p:sldLayoutId id="2147483669" r:id="rId14"/>
    <p:sldLayoutId id="2147483670" r:id="rId15"/>
    <p:sldLayoutId id="2147483658" r:id="rId16"/>
    <p:sldLayoutId id="2147483659" r:id="rId17"/>
  </p:sldLayoutIdLst>
  <p:hf sldNum="0" hdr="0" ftr="0" dt="0"/>
  <p:txStyles>
    <p:titleStyle>
      <a:lvl1pPr algn="l" defTabSz="457200" rtl="0" eaLnBrk="1" latinLnBrk="0" hangingPunct="1">
        <a:spcBef>
          <a:spcPct val="0"/>
        </a:spcBef>
        <a:buNone/>
        <a:defRPr sz="3600" b="0" i="0" kern="1200">
          <a:solidFill>
            <a:schemeClr val="bg2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65F7BC-B088-56DE-E4A6-EBF1FA4109D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54955" y="2099733"/>
            <a:ext cx="8825658" cy="2677648"/>
          </a:xfrm>
        </p:spPr>
        <p:txBody>
          <a:bodyPr/>
          <a:lstStyle/>
          <a:p>
            <a:r>
              <a:rPr lang="en-US" sz="3600" b="1" dirty="0"/>
              <a:t>Understanding and Managing Cloud Risks</a:t>
            </a:r>
            <a:r>
              <a:rPr lang="en-US" sz="2000" dirty="0"/>
              <a:t> </a:t>
            </a:r>
            <a:endParaRPr lang="en-IN" sz="2000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3E836A1-B66B-D303-54C2-9C64D9EBE8F2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Navigating the risks of cloud variable spend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55706913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28ECFD-E0D5-7090-1820-1C40640138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The Core Financial Risks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C8AFE85-451E-5AB8-021F-7BE0A5F98A0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Bill Shock:</a:t>
            </a:r>
          </a:p>
          <a:p>
            <a:pPr marL="0" indent="0">
              <a:buNone/>
            </a:pPr>
            <a:r>
              <a:rPr lang="en-US" b="1" dirty="0"/>
              <a:t>        </a:t>
            </a:r>
            <a:r>
              <a:rPr lang="en-US" dirty="0"/>
              <a:t>Unexpected spikes from unmonitored services.</a:t>
            </a:r>
          </a:p>
          <a:p>
            <a:r>
              <a:rPr lang="en-IN" b="1" dirty="0"/>
              <a:t>Orphaned Resources:</a:t>
            </a:r>
          </a:p>
          <a:p>
            <a:pPr marL="0" indent="0">
              <a:buNone/>
            </a:pPr>
            <a:r>
              <a:rPr lang="en-IN" b="1" dirty="0"/>
              <a:t>         </a:t>
            </a:r>
            <a:r>
              <a:rPr lang="en-IN" dirty="0"/>
              <a:t>Unattached storage volumes (EBS/Managed Disks) or idle Load Balancers.</a:t>
            </a:r>
          </a:p>
          <a:p>
            <a:r>
              <a:rPr lang="en-IN" b="1" dirty="0"/>
              <a:t>Shadow IT:</a:t>
            </a:r>
          </a:p>
          <a:p>
            <a:pPr marL="0" indent="0">
              <a:buNone/>
            </a:pPr>
            <a:r>
              <a:rPr lang="en-IN" dirty="0"/>
              <a:t>        Teams spinning up resources outside of </a:t>
            </a:r>
            <a:r>
              <a:rPr lang="en-IN" dirty="0" err="1"/>
              <a:t>centeral</a:t>
            </a:r>
            <a:r>
              <a:rPr lang="en-IN" dirty="0"/>
              <a:t> governance.</a:t>
            </a:r>
          </a:p>
        </p:txBody>
      </p:sp>
    </p:spTree>
    <p:extLst>
      <p:ext uri="{BB962C8B-B14F-4D97-AF65-F5344CB8AC3E}">
        <p14:creationId xmlns:p14="http://schemas.microsoft.com/office/powerpoint/2010/main" val="381533236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FE4495-DE7C-CABE-F8C7-8B68B6F3E4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Operational &amp; Governance Risks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9E25F07-2F67-6FEF-09C8-52A7EFAAF53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Lack of Tagging:</a:t>
            </a:r>
          </a:p>
          <a:p>
            <a:pPr marL="0" indent="0">
              <a:buNone/>
            </a:pPr>
            <a:r>
              <a:rPr lang="en-US" b="1" dirty="0"/>
              <a:t>        </a:t>
            </a:r>
            <a:r>
              <a:rPr lang="en-US" dirty="0"/>
              <a:t>Spending money without knowing who or what project is responsible.</a:t>
            </a:r>
          </a:p>
          <a:p>
            <a:r>
              <a:rPr lang="en-US" b="1" dirty="0"/>
              <a:t>Over-Provisioning:</a:t>
            </a:r>
          </a:p>
          <a:p>
            <a:pPr marL="0" indent="0">
              <a:buNone/>
            </a:pPr>
            <a:r>
              <a:rPr lang="en-US" b="1" dirty="0"/>
              <a:t>         </a:t>
            </a:r>
            <a:r>
              <a:rPr lang="en-US" dirty="0"/>
              <a:t>“Playing it safe” by picking oversized instances that sit at 5% CPU usage.</a:t>
            </a:r>
          </a:p>
          <a:p>
            <a:r>
              <a:rPr lang="en-US" b="1" dirty="0"/>
              <a:t>Legacy Thinking:</a:t>
            </a:r>
          </a:p>
          <a:p>
            <a:pPr marL="0" indent="0">
              <a:buNone/>
            </a:pPr>
            <a:r>
              <a:rPr lang="en-US" b="1" dirty="0"/>
              <a:t>        </a:t>
            </a:r>
            <a:r>
              <a:rPr lang="en-US" dirty="0"/>
              <a:t>Treating the cloud like a fixed data center (no auto-scaling).</a:t>
            </a:r>
            <a:endParaRPr lang="en-IN" b="1" dirty="0"/>
          </a:p>
        </p:txBody>
      </p:sp>
    </p:spTree>
    <p:extLst>
      <p:ext uri="{BB962C8B-B14F-4D97-AF65-F5344CB8AC3E}">
        <p14:creationId xmlns:p14="http://schemas.microsoft.com/office/powerpoint/2010/main" val="375605803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6B9D4F-D4C1-A01E-9059-19349A0785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Technical Risk Mitigation Strategies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F46AF91-47C3-70C9-11D9-70AD5629478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Anomaly Detection:</a:t>
            </a:r>
          </a:p>
          <a:p>
            <a:pPr marL="0" indent="0">
              <a:buNone/>
            </a:pPr>
            <a:r>
              <a:rPr lang="en-US" b="1" dirty="0"/>
              <a:t>         </a:t>
            </a:r>
            <a:r>
              <a:rPr lang="en-US" dirty="0"/>
              <a:t>Setting up AI-driven alerts for unusual spending patterns.</a:t>
            </a:r>
          </a:p>
          <a:p>
            <a:r>
              <a:rPr lang="en-US" b="1" dirty="0"/>
              <a:t>Governance Guardrails:</a:t>
            </a:r>
          </a:p>
          <a:p>
            <a:pPr marL="0" indent="0">
              <a:buNone/>
            </a:pPr>
            <a:r>
              <a:rPr lang="en-US" b="1" dirty="0"/>
              <a:t>          </a:t>
            </a:r>
            <a:r>
              <a:rPr lang="en-US" dirty="0"/>
              <a:t>Using “Service Control Policies ” (SCPs) to prevent expensive regions or services from being used.</a:t>
            </a:r>
          </a:p>
          <a:p>
            <a:pPr marL="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95843905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2C7DA1-D5AE-84BB-8BE2-F103AED856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Conclusion</a:t>
            </a:r>
            <a:endParaRPr lang="en-IN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5F0DBEE-32DC-C1F6-E7B0-F44EC18B8A2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Risk isn’t just about losing money; it’s about losing the ability to innovate quickly.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57819997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Ion Boardroom">
  <a:themeElements>
    <a:clrScheme name="Ion Boardroom">
      <a:dk1>
        <a:sysClr val="windowText" lastClr="000000"/>
      </a:dk1>
      <a:lt1>
        <a:sysClr val="window" lastClr="FFFFFF"/>
      </a:lt1>
      <a:dk2>
        <a:srgbClr val="3B3059"/>
      </a:dk2>
      <a:lt2>
        <a:srgbClr val="EBEBEB"/>
      </a:lt2>
      <a:accent1>
        <a:srgbClr val="B31166"/>
      </a:accent1>
      <a:accent2>
        <a:srgbClr val="E33D6F"/>
      </a:accent2>
      <a:accent3>
        <a:srgbClr val="E45F3C"/>
      </a:accent3>
      <a:accent4>
        <a:srgbClr val="E9943A"/>
      </a:accent4>
      <a:accent5>
        <a:srgbClr val="9B6BF2"/>
      </a:accent5>
      <a:accent6>
        <a:srgbClr val="D53DD0"/>
      </a:accent6>
      <a:hlink>
        <a:srgbClr val="8F8F8F"/>
      </a:hlink>
      <a:folHlink>
        <a:srgbClr val="A5A5A5"/>
      </a:folHlink>
    </a:clrScheme>
    <a:fontScheme name="Ion Boardroom">
      <a:maj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Ion Boardroom">
      <a:fillStyleLst>
        <a:solidFill>
          <a:schemeClr val="phClr"/>
        </a:solidFill>
        <a:gradFill rotWithShape="1">
          <a:gsLst>
            <a:gs pos="0">
              <a:schemeClr val="phClr">
                <a:tint val="64000"/>
                <a:lumMod val="118000"/>
              </a:schemeClr>
            </a:gs>
            <a:gs pos="100000">
              <a:schemeClr val="phClr">
                <a:tint val="92000"/>
                <a:alpha val="100000"/>
                <a:lumMod val="11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14000"/>
              </a:schemeClr>
            </a:gs>
            <a:gs pos="100000">
              <a:schemeClr val="phClr">
                <a:shade val="90000"/>
                <a:lumMod val="8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8000"/>
                <a:hueMod val="124000"/>
                <a:satMod val="148000"/>
                <a:lumMod val="124000"/>
              </a:schemeClr>
            </a:gs>
            <a:gs pos="100000">
              <a:schemeClr val="phClr">
                <a:shade val="76000"/>
                <a:hueMod val="89000"/>
                <a:satMod val="164000"/>
                <a:lumMod val="56000"/>
              </a:schemeClr>
            </a:gs>
          </a:gsLst>
          <a:path path="circle">
            <a:fillToRect l="45000" t="65000" r="125000" b="10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shade val="69000"/>
                <a:hueMod val="91000"/>
                <a:satMod val="164000"/>
                <a:lumMod val="74000"/>
              </a:schemeClr>
              <a:schemeClr val="phClr">
                <a:hueMod val="124000"/>
                <a:satMod val="140000"/>
                <a:lumMod val="142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on Boardroom" id="{FC33163D-4339-46B1-8EED-24C834239D99}" vid="{B8502691-933B-45FE-8764-BA278511EF27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Ion Boardroom</Template>
  <TotalTime>48</TotalTime>
  <Words>170</Words>
  <Application>Microsoft Office PowerPoint</Application>
  <PresentationFormat>Widescreen</PresentationFormat>
  <Paragraphs>23</Paragraphs>
  <Slides>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9" baseType="lpstr">
      <vt:lpstr>Arial</vt:lpstr>
      <vt:lpstr>Century Gothic</vt:lpstr>
      <vt:lpstr>Wingdings 3</vt:lpstr>
      <vt:lpstr>Ion Boardroom</vt:lpstr>
      <vt:lpstr>Understanding and Managing Cloud Risks </vt:lpstr>
      <vt:lpstr>The Core Financial Risks</vt:lpstr>
      <vt:lpstr>Operational &amp; Governance Risks</vt:lpstr>
      <vt:lpstr>Technical Risk Mitigation Strategies</vt:lpstr>
      <vt:lpstr>Conclusion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bhavani k</dc:creator>
  <cp:lastModifiedBy>bhavani k</cp:lastModifiedBy>
  <cp:revision>1</cp:revision>
  <dcterms:created xsi:type="dcterms:W3CDTF">2026-04-07T07:38:49Z</dcterms:created>
  <dcterms:modified xsi:type="dcterms:W3CDTF">2026-04-07T08:27:17Z</dcterms:modified>
</cp:coreProperties>
</file>